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116" y="7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6AB7A-4208-462B-9A09-2CBE5722A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2A649F-E888-4A01-A40D-01DD59748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0FF6F-3D15-4459-A089-3FCC94658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10071-2DFC-4C07-8C0A-97B5FCD8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CB4FDF-41A0-473A-8E9D-1C57C5BF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3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D495-EC0B-493E-BBDA-F874D3FB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714940-0858-4040-B83E-A5CC2AAE6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B7473F-BC2E-4ABD-97E2-CF1A3759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FC154C-A2FB-4095-A30C-7D244440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95562B-4A93-45AD-BB2B-FED4045B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64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C0BCB-72EA-4636-8AD8-B9880E40A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8E9EA6-92CC-44C2-9032-FF6D55C90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3A221-D399-4FFF-A2A4-26978F9B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8AE2A-42C5-4C00-BBE7-F74F17EA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5C2FA7-8CE2-4C2F-98CA-45513B4D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84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532CD-1B89-4B54-A261-494F8A6D4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8B9E3-571A-45FA-9DA6-21A8AB88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20DC09-9018-4580-8440-89634DEA6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AFA90E-8D71-46FB-BA12-C9B38CFD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C9F97E-7246-43DA-961A-3514669A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82FFBE-46E6-4842-AE3F-12492BF3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05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43246-6A0D-4789-81BE-25809CCF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8F859B-F1C8-4407-A642-CB76AD8EE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FC163F-E4A8-4321-AC87-4739A5771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F1FB97-94C8-406C-B32D-0887E2F56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D98CBC-A7AE-4084-8386-C3B6E0F24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5605BE-BFF2-413D-9FBF-508978CE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F47314-794B-4FC9-9845-F7996A90D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F5F447-3A6A-4BED-9579-970B57B4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06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4F75D-0656-4A6F-B64F-EE074FEF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41B884-1256-4215-BB13-F9BFD50D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B038A6-DE2D-4724-B208-D5237C59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261FFB-B6FC-4CA6-8704-1CD882FD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12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A09713-F68C-4521-9497-DB840B6A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06E36B-C1DA-4B88-BF82-7C9D26F6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299879-E5DF-413D-B9F7-AFB180F1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170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DBEC0-5242-44DC-A148-1B34FA1F1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2925DE-7A73-4832-8FA1-4F54B288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3AC9AE-7B30-4C31-94DE-6391DE295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A0ADD3-6B7D-457C-A4E8-2D6B1C85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35A48-ACA0-4EF4-87C0-409ED781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073F9C-31DF-462C-85EC-13DDC2759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41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EC6C1-EA8E-4E7E-AA22-D86DBE35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FDA4E7-3862-441E-9F39-3E9687718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554D33-C7AB-4041-9C3D-269AFF914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47085C-2C0E-4678-AF39-B17488F8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7401F0-9E68-4510-BDA4-78A6E240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BF40C2-C6BD-42C9-95DB-BB1B364C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60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2A4B7-9738-4940-A9B5-CE0B99AD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3BB432-8291-45F8-B777-05FBF259E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1250B3-A568-46E0-88C2-175BE73C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A2DC25-F558-4027-9C03-DCCA5129E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1A416F-0F93-4ABF-8052-1395C91F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90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6F30FB-FA61-4FF7-9900-572C8A5F1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CD4FD1-6C5F-447A-A2E5-E0CF4EF12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F99499-A3B8-41A9-B8E0-6D67EDE29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2C12AC-4DED-419A-A195-0FF89424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0A01E9-4B77-4F17-A8C8-EAFDEF3C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72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EFCA36-C531-419F-B003-FE32E04A5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93B1B1-87C5-4267-ACD9-1FBBB6C10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3C2EE4-A05E-4460-BE1C-D231BC927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7568D-35D1-4E7B-86C7-5C8B76F8FBA5}" type="datetimeFigureOut">
              <a:rPr lang="zh-CN" altLang="en-US" smtClean="0"/>
              <a:t>2025/7/18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7FCD6F-D276-41EA-8EF1-F525F8007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5E88F-2B59-481C-8DAE-917139F70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53291-FC71-4EA7-BA09-509B4C9EE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2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6D2544-01A0-4C3F-A880-93D4A831E7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7" r="24379"/>
          <a:stretch/>
        </p:blipFill>
        <p:spPr>
          <a:xfrm>
            <a:off x="0" y="0"/>
            <a:ext cx="12192000" cy="6853167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8CF1385-C9E5-42C5-BAE8-43C5295C689A}"/>
              </a:ext>
            </a:extLst>
          </p:cNvPr>
          <p:cNvGrpSpPr/>
          <p:nvPr/>
        </p:nvGrpSpPr>
        <p:grpSpPr>
          <a:xfrm>
            <a:off x="4337061" y="937624"/>
            <a:ext cx="5635484" cy="679450"/>
            <a:chOff x="4009741" y="1464454"/>
            <a:chExt cx="6108087" cy="163547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0EA9674-E96F-4C02-AE2C-5283E7501E4D}"/>
                </a:ext>
              </a:extLst>
            </p:cNvPr>
            <p:cNvSpPr/>
            <p:nvPr/>
          </p:nvSpPr>
          <p:spPr>
            <a:xfrm>
              <a:off x="4899658" y="1780448"/>
              <a:ext cx="4280629" cy="513476"/>
            </a:xfrm>
            <a:custGeom>
              <a:avLst/>
              <a:gdLst>
                <a:gd name="connsiteX0" fmla="*/ 0 w 7585804"/>
                <a:gd name="connsiteY0" fmla="*/ 0 h 511268"/>
                <a:gd name="connsiteX1" fmla="*/ 7585804 w 7585804"/>
                <a:gd name="connsiteY1" fmla="*/ 0 h 511268"/>
                <a:gd name="connsiteX2" fmla="*/ 7585804 w 7585804"/>
                <a:gd name="connsiteY2" fmla="*/ 511268 h 511268"/>
                <a:gd name="connsiteX3" fmla="*/ 0 w 7585804"/>
                <a:gd name="connsiteY3" fmla="*/ 511268 h 511268"/>
                <a:gd name="connsiteX4" fmla="*/ 0 w 7585804"/>
                <a:gd name="connsiteY4" fmla="*/ 0 h 511268"/>
                <a:gd name="connsiteX0" fmla="*/ 0 w 7585804"/>
                <a:gd name="connsiteY0" fmla="*/ 0 h 511268"/>
                <a:gd name="connsiteX1" fmla="*/ 7585804 w 7585804"/>
                <a:gd name="connsiteY1" fmla="*/ 0 h 511268"/>
                <a:gd name="connsiteX2" fmla="*/ 7585804 w 7585804"/>
                <a:gd name="connsiteY2" fmla="*/ 511268 h 511268"/>
                <a:gd name="connsiteX3" fmla="*/ 3355942 w 7585804"/>
                <a:gd name="connsiteY3" fmla="*/ 501841 h 511268"/>
                <a:gd name="connsiteX4" fmla="*/ 0 w 7585804"/>
                <a:gd name="connsiteY4" fmla="*/ 0 h 511268"/>
                <a:gd name="connsiteX0" fmla="*/ 0 w 7585804"/>
                <a:gd name="connsiteY0" fmla="*/ 0 h 737511"/>
                <a:gd name="connsiteX1" fmla="*/ 7585804 w 7585804"/>
                <a:gd name="connsiteY1" fmla="*/ 0 h 737511"/>
                <a:gd name="connsiteX2" fmla="*/ 2778133 w 7585804"/>
                <a:gd name="connsiteY2" fmla="*/ 737511 h 737511"/>
                <a:gd name="connsiteX3" fmla="*/ 3355942 w 7585804"/>
                <a:gd name="connsiteY3" fmla="*/ 501841 h 737511"/>
                <a:gd name="connsiteX4" fmla="*/ 0 w 7585804"/>
                <a:gd name="connsiteY4" fmla="*/ 0 h 737511"/>
                <a:gd name="connsiteX0" fmla="*/ 0 w 7585804"/>
                <a:gd name="connsiteY0" fmla="*/ 0 h 756364"/>
                <a:gd name="connsiteX1" fmla="*/ 7585804 w 7585804"/>
                <a:gd name="connsiteY1" fmla="*/ 0 h 756364"/>
                <a:gd name="connsiteX2" fmla="*/ 2665011 w 7585804"/>
                <a:gd name="connsiteY2" fmla="*/ 756364 h 756364"/>
                <a:gd name="connsiteX3" fmla="*/ 3355942 w 7585804"/>
                <a:gd name="connsiteY3" fmla="*/ 501841 h 756364"/>
                <a:gd name="connsiteX4" fmla="*/ 0 w 7585804"/>
                <a:gd name="connsiteY4" fmla="*/ 0 h 756364"/>
                <a:gd name="connsiteX0" fmla="*/ 0 w 7585804"/>
                <a:gd name="connsiteY0" fmla="*/ 0 h 756364"/>
                <a:gd name="connsiteX1" fmla="*/ 7585804 w 7585804"/>
                <a:gd name="connsiteY1" fmla="*/ 0 h 756364"/>
                <a:gd name="connsiteX2" fmla="*/ 2665011 w 7585804"/>
                <a:gd name="connsiteY2" fmla="*/ 756364 h 756364"/>
                <a:gd name="connsiteX3" fmla="*/ 3355942 w 7585804"/>
                <a:gd name="connsiteY3" fmla="*/ 501841 h 756364"/>
                <a:gd name="connsiteX4" fmla="*/ 0 w 7585804"/>
                <a:gd name="connsiteY4" fmla="*/ 0 h 756364"/>
                <a:gd name="connsiteX0" fmla="*/ 0 w 7585804"/>
                <a:gd name="connsiteY0" fmla="*/ 0 h 515064"/>
                <a:gd name="connsiteX1" fmla="*/ 7585804 w 7585804"/>
                <a:gd name="connsiteY1" fmla="*/ 0 h 515064"/>
                <a:gd name="connsiteX2" fmla="*/ 3814361 w 7585804"/>
                <a:gd name="connsiteY2" fmla="*/ 515064 h 515064"/>
                <a:gd name="connsiteX3" fmla="*/ 3355942 w 7585804"/>
                <a:gd name="connsiteY3" fmla="*/ 501841 h 515064"/>
                <a:gd name="connsiteX4" fmla="*/ 0 w 7585804"/>
                <a:gd name="connsiteY4" fmla="*/ 0 h 515064"/>
                <a:gd name="connsiteX0" fmla="*/ 0 w 7585804"/>
                <a:gd name="connsiteY0" fmla="*/ 0 h 501841"/>
                <a:gd name="connsiteX1" fmla="*/ 7585804 w 7585804"/>
                <a:gd name="connsiteY1" fmla="*/ 0 h 501841"/>
                <a:gd name="connsiteX2" fmla="*/ 4262036 w 7585804"/>
                <a:gd name="connsiteY2" fmla="*/ 499189 h 501841"/>
                <a:gd name="connsiteX3" fmla="*/ 3355942 w 7585804"/>
                <a:gd name="connsiteY3" fmla="*/ 501841 h 501841"/>
                <a:gd name="connsiteX4" fmla="*/ 0 w 7585804"/>
                <a:gd name="connsiteY4" fmla="*/ 0 h 501841"/>
                <a:gd name="connsiteX0" fmla="*/ 0 w 7585804"/>
                <a:gd name="connsiteY0" fmla="*/ 0 h 502995"/>
                <a:gd name="connsiteX1" fmla="*/ 7585804 w 7585804"/>
                <a:gd name="connsiteY1" fmla="*/ 0 h 502995"/>
                <a:gd name="connsiteX2" fmla="*/ 4262036 w 7585804"/>
                <a:gd name="connsiteY2" fmla="*/ 499189 h 502995"/>
                <a:gd name="connsiteX3" fmla="*/ 3355942 w 7585804"/>
                <a:gd name="connsiteY3" fmla="*/ 501841 h 502995"/>
                <a:gd name="connsiteX4" fmla="*/ 0 w 7585804"/>
                <a:gd name="connsiteY4" fmla="*/ 0 h 502995"/>
                <a:gd name="connsiteX0" fmla="*/ 0 w 7585804"/>
                <a:gd name="connsiteY0" fmla="*/ 0 h 554228"/>
                <a:gd name="connsiteX1" fmla="*/ 7585804 w 7585804"/>
                <a:gd name="connsiteY1" fmla="*/ 0 h 554228"/>
                <a:gd name="connsiteX2" fmla="*/ 4262036 w 7585804"/>
                <a:gd name="connsiteY2" fmla="*/ 499189 h 554228"/>
                <a:gd name="connsiteX3" fmla="*/ 1889092 w 7585804"/>
                <a:gd name="connsiteY3" fmla="*/ 554228 h 554228"/>
                <a:gd name="connsiteX4" fmla="*/ 0 w 7585804"/>
                <a:gd name="connsiteY4" fmla="*/ 0 h 554228"/>
                <a:gd name="connsiteX0" fmla="*/ 0 w 7585804"/>
                <a:gd name="connsiteY0" fmla="*/ 0 h 554228"/>
                <a:gd name="connsiteX1" fmla="*/ 7585804 w 7585804"/>
                <a:gd name="connsiteY1" fmla="*/ 0 h 554228"/>
                <a:gd name="connsiteX2" fmla="*/ 5614586 w 7585804"/>
                <a:gd name="connsiteY2" fmla="*/ 523001 h 554228"/>
                <a:gd name="connsiteX3" fmla="*/ 1889092 w 7585804"/>
                <a:gd name="connsiteY3" fmla="*/ 554228 h 554228"/>
                <a:gd name="connsiteX4" fmla="*/ 0 w 7585804"/>
                <a:gd name="connsiteY4" fmla="*/ 0 h 554228"/>
                <a:gd name="connsiteX0" fmla="*/ 0 w 7585804"/>
                <a:gd name="connsiteY0" fmla="*/ 0 h 523001"/>
                <a:gd name="connsiteX1" fmla="*/ 7585804 w 7585804"/>
                <a:gd name="connsiteY1" fmla="*/ 0 h 523001"/>
                <a:gd name="connsiteX2" fmla="*/ 5614586 w 7585804"/>
                <a:gd name="connsiteY2" fmla="*/ 523001 h 523001"/>
                <a:gd name="connsiteX3" fmla="*/ 2035142 w 7585804"/>
                <a:gd name="connsiteY3" fmla="*/ 509778 h 523001"/>
                <a:gd name="connsiteX4" fmla="*/ 0 w 7585804"/>
                <a:gd name="connsiteY4" fmla="*/ 0 h 523001"/>
                <a:gd name="connsiteX0" fmla="*/ 0 w 5918929"/>
                <a:gd name="connsiteY0" fmla="*/ 9525 h 523001"/>
                <a:gd name="connsiteX1" fmla="*/ 5918929 w 5918929"/>
                <a:gd name="connsiteY1" fmla="*/ 0 h 523001"/>
                <a:gd name="connsiteX2" fmla="*/ 3947711 w 5918929"/>
                <a:gd name="connsiteY2" fmla="*/ 523001 h 523001"/>
                <a:gd name="connsiteX3" fmla="*/ 368267 w 5918929"/>
                <a:gd name="connsiteY3" fmla="*/ 509778 h 523001"/>
                <a:gd name="connsiteX4" fmla="*/ 0 w 5918929"/>
                <a:gd name="connsiteY4" fmla="*/ 9525 h 523001"/>
                <a:gd name="connsiteX0" fmla="*/ 0 w 4280629"/>
                <a:gd name="connsiteY0" fmla="*/ 0 h 513476"/>
                <a:gd name="connsiteX1" fmla="*/ 4280629 w 4280629"/>
                <a:gd name="connsiteY1" fmla="*/ 0 h 513476"/>
                <a:gd name="connsiteX2" fmla="*/ 3947711 w 4280629"/>
                <a:gd name="connsiteY2" fmla="*/ 513476 h 513476"/>
                <a:gd name="connsiteX3" fmla="*/ 368267 w 4280629"/>
                <a:gd name="connsiteY3" fmla="*/ 500253 h 513476"/>
                <a:gd name="connsiteX4" fmla="*/ 0 w 4280629"/>
                <a:gd name="connsiteY4" fmla="*/ 0 h 51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0629" h="513476">
                  <a:moveTo>
                    <a:pt x="0" y="0"/>
                  </a:moveTo>
                  <a:lnTo>
                    <a:pt x="4280629" y="0"/>
                  </a:lnTo>
                  <a:lnTo>
                    <a:pt x="3947711" y="513476"/>
                  </a:lnTo>
                  <a:lnTo>
                    <a:pt x="368267" y="50025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chemeClr val="accent5">
                    <a:lumMod val="40000"/>
                    <a:lumOff val="60000"/>
                    <a:alpha val="11000"/>
                  </a:schemeClr>
                </a:gs>
                <a:gs pos="100000">
                  <a:schemeClr val="accent5">
                    <a:lumMod val="40000"/>
                    <a:lumOff val="60000"/>
                    <a:alpha val="12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5D27552-0A3E-417E-B647-C03EBFE7B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9741" y="1464454"/>
              <a:ext cx="6108087" cy="1635471"/>
            </a:xfrm>
            <a:prstGeom prst="rect">
              <a:avLst/>
            </a:prstGeom>
          </p:spPr>
        </p:pic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1B72D73A-F731-440F-A956-294C384CDC7A}"/>
              </a:ext>
            </a:extLst>
          </p:cNvPr>
          <p:cNvSpPr/>
          <p:nvPr/>
        </p:nvSpPr>
        <p:spPr>
          <a:xfrm>
            <a:off x="0" y="3780609"/>
            <a:ext cx="12192000" cy="30773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chemeClr val="accent5">
                  <a:lumMod val="40000"/>
                  <a:lumOff val="60000"/>
                  <a:alpha val="60000"/>
                </a:schemeClr>
              </a:gs>
              <a:gs pos="83000">
                <a:schemeClr val="accent5">
                  <a:lumMod val="40000"/>
                  <a:lumOff val="60000"/>
                  <a:alpha val="80000"/>
                </a:schemeClr>
              </a:gs>
              <a:gs pos="100000">
                <a:schemeClr val="accent5">
                  <a:lumMod val="40000"/>
                  <a:lumOff val="60000"/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7DE073F-1F2A-480E-A820-1A9A63BC1808}"/>
              </a:ext>
            </a:extLst>
          </p:cNvPr>
          <p:cNvGrpSpPr/>
          <p:nvPr/>
        </p:nvGrpSpPr>
        <p:grpSpPr>
          <a:xfrm>
            <a:off x="2909397" y="4673600"/>
            <a:ext cx="8490811" cy="1041400"/>
            <a:chOff x="3276600" y="4394199"/>
            <a:chExt cx="7607301" cy="147679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BD22036-EC34-436B-AA19-4DE7ABB4FE29}"/>
                </a:ext>
              </a:extLst>
            </p:cNvPr>
            <p:cNvSpPr/>
            <p:nvPr/>
          </p:nvSpPr>
          <p:spPr>
            <a:xfrm>
              <a:off x="3276600" y="4394199"/>
              <a:ext cx="7607301" cy="1476793"/>
            </a:xfrm>
            <a:prstGeom prst="rect">
              <a:avLst/>
            </a:prstGeom>
            <a:noFill/>
            <a:ln w="6350">
              <a:gradFill flip="none" rotWithShape="1">
                <a:gsLst>
                  <a:gs pos="0">
                    <a:schemeClr val="bg1">
                      <a:lumMod val="95000"/>
                      <a:alpha val="34000"/>
                    </a:schemeClr>
                  </a:gs>
                  <a:gs pos="62000">
                    <a:schemeClr val="bg1">
                      <a:lumMod val="75000"/>
                      <a:alpha val="34000"/>
                    </a:schemeClr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248E868-C049-42CC-9305-80ABD5A2BBAF}"/>
                </a:ext>
              </a:extLst>
            </p:cNvPr>
            <p:cNvCxnSpPr>
              <a:cxnSpLocks/>
            </p:cNvCxnSpPr>
            <p:nvPr/>
          </p:nvCxnSpPr>
          <p:spPr>
            <a:xfrm>
              <a:off x="8006278" y="4757658"/>
              <a:ext cx="0" cy="738267"/>
            </a:xfrm>
            <a:prstGeom prst="line">
              <a:avLst/>
            </a:prstGeom>
            <a:ln w="9525">
              <a:solidFill>
                <a:schemeClr val="bg1">
                  <a:lumMod val="9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CB7443F-A383-401B-84F6-79211A47CED3}"/>
                </a:ext>
              </a:extLst>
            </p:cNvPr>
            <p:cNvCxnSpPr>
              <a:cxnSpLocks/>
            </p:cNvCxnSpPr>
            <p:nvPr/>
          </p:nvCxnSpPr>
          <p:spPr>
            <a:xfrm>
              <a:off x="6191774" y="4752896"/>
              <a:ext cx="0" cy="738267"/>
            </a:xfrm>
            <a:prstGeom prst="line">
              <a:avLst/>
            </a:prstGeom>
            <a:ln w="9525">
              <a:solidFill>
                <a:schemeClr val="bg1">
                  <a:lumMod val="9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B7F8371A-C8A8-46C6-AFF0-C91345C7CC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6" t="24679" r="6273" b="28179"/>
          <a:stretch/>
        </p:blipFill>
        <p:spPr>
          <a:xfrm>
            <a:off x="0" y="1669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47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11</cp:revision>
  <dcterms:created xsi:type="dcterms:W3CDTF">2025-07-18T03:22:28Z</dcterms:created>
  <dcterms:modified xsi:type="dcterms:W3CDTF">2025-07-18T06:23:43Z</dcterms:modified>
</cp:coreProperties>
</file>